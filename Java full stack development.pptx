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3570C-6BC0-A082-9C13-47D4D1780D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B894C-D69C-23A6-9161-83EE552736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508B4-BB59-1799-D34D-335E3B8F4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65B0-6B79-4C19-B49F-E21028CC402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9FDE2-7049-4CAB-6B51-C07649C72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91DAC-F8B7-D1D2-10A8-EA8E16546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C2C8-7CA6-46D6-8636-BD113E19A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76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D005A-33EC-6D08-3F23-2B38EE713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5BF52-787A-B05E-DB84-878CB5F42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645D7-CB4E-8B43-F30F-E4F350970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65B0-6B79-4C19-B49F-E21028CC402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07AEF-EFD8-78D1-AC7A-C6E749E64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1C0A7-36B9-BDAD-E8B1-895DD42EC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C2C8-7CA6-46D6-8636-BD113E19A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942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A0C1-EF71-510C-2E06-17DEA6900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540B3-E1A7-3A3F-79D1-7B7F3A68F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BB89D-098E-2FC3-F09D-7A8363971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65B0-6B79-4C19-B49F-E21028CC402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22C1E-1241-8A01-9E93-E2AEF318A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31D72-4A69-6C0B-CA39-C1C25D08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C2C8-7CA6-46D6-8636-BD113E19A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768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DCA25-686A-2D29-8606-37E45DD28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B5F01-DA77-8CE0-2726-88473CC09B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06556A-2F47-1852-8CF6-75B564B8A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DA89A-71D7-33E7-A461-63E1999D0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65B0-6B79-4C19-B49F-E21028CC402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2E8E4-2C0F-991D-24CA-10DD55135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DF16D-3295-08D0-B3E1-239AC464D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C2C8-7CA6-46D6-8636-BD113E19A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786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33FA4-A870-DB80-7909-E4E8B7A3E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2DA63-1979-EBD0-2FCA-173500204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9CB54-524E-B2AB-E100-B068F49097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DB0C7D-AD71-D715-EC13-1506D0AF4B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5F613B-1644-4894-F845-B041915C8C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9CCA21-4C4B-AD45-BAE2-E710C3315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65B0-6B79-4C19-B49F-E21028CC402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68A74E-8843-DF4F-097E-B5A249953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FEB208-2958-D3A8-C9C3-56C81D3F0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C2C8-7CA6-46D6-8636-BD113E19A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1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82776-B484-5DD6-E605-F054F92B8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133F75-D829-8C8A-179F-434F60A1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65B0-6B79-4C19-B49F-E21028CC402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590551-DC30-5BD0-6EA1-6722AE6DD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6F81CD-70C9-7E49-6B57-1669C8AC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C2C8-7CA6-46D6-8636-BD113E19A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034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AFAA69-6169-5497-44AB-DE55124AB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65B0-6B79-4C19-B49F-E21028CC402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076F7C-2186-76FD-0393-08FF22CF0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9EC97-D690-9D4F-5A40-46E8E977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C2C8-7CA6-46D6-8636-BD113E19A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203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438A4-93F7-8565-BA56-1F173EC7C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6553A-23D1-860F-8649-469E8AC38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D719A-DDF5-8BEB-17A5-EBCD4A77C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4EEFE-F914-893E-FEA0-7BAFBCD5D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65B0-6B79-4C19-B49F-E21028CC402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7C58B-9AAE-91D6-8709-6F9ABCA2C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9BD2A-6C9E-650D-E657-CA042BC6B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C2C8-7CA6-46D6-8636-BD113E19A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747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F00AC-BF40-B7F1-30C5-490B7ACF2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4D6340-FE77-C1C0-2B86-A625CC7904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374F60-904B-D945-1FE9-6281DCF349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A65E1-38A8-5B6F-3208-D72304EE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65B0-6B79-4C19-B49F-E21028CC402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1E7EB-61FF-0A89-10B6-60CA12975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1D420-0D82-3E41-A684-4EB96400C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C2C8-7CA6-46D6-8636-BD113E19A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060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EAD34-990E-D67C-30C6-14E704F10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DCF3A-C1E5-D43C-BDB5-5661D82E9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B8BA5-8949-F453-8914-D18BDE0F0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65B0-6B79-4C19-B49F-E21028CC402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A85E6-2174-A71E-152A-6E30772B5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ED8DD-EA40-AF21-192C-66B2FD949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C2C8-7CA6-46D6-8636-BD113E19A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26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83024B-1178-56CD-F53C-D651BEF74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86B9E1-C0EC-BBB6-B39D-F8BFE010D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5E45A-F495-1AB3-F5B8-13FF63860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65B0-6B79-4C19-B49F-E21028CC402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F7F2F-FD26-1924-C11E-7631837CD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C2851-6312-B4BB-DA67-58FF3E40F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C2C8-7CA6-46D6-8636-BD113E19A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715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212C88-CCD5-BF22-728F-CB66C6CCF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0F0A9-174D-F996-4081-45FD673C8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BA731-0BD1-63E4-BEC3-998D54F31E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FB65B0-6B79-4C19-B49F-E21028CC402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D6B16-2AA4-0024-1121-EC8EFCF8E6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72345-B286-F346-1870-921DDFD5C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A1C2C8-7CA6-46D6-8636-BD113E19A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751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09E7B-FFFF-F453-AF7A-4CD974BCB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1739"/>
            <a:ext cx="9144000" cy="2387600"/>
          </a:xfrm>
        </p:spPr>
        <p:txBody>
          <a:bodyPr/>
          <a:lstStyle/>
          <a:p>
            <a:r>
              <a:rPr lang="en-IN" b="1" spc="-150" dirty="0">
                <a:latin typeface="Algerian" panose="04020705040A02060702" pitchFamily="82" charset="0"/>
              </a:rPr>
              <a:t>Java full stack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7FE3F7-7A6A-4EE0-079F-96039C0A3C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</a:rPr>
              <a:t>Learning is easy </a:t>
            </a:r>
          </a:p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</a:rPr>
              <a:t>But</a:t>
            </a:r>
          </a:p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</a:rPr>
              <a:t>Being consistent is difficult</a:t>
            </a:r>
          </a:p>
        </p:txBody>
      </p:sp>
    </p:spTree>
    <p:extLst>
      <p:ext uri="{BB962C8B-B14F-4D97-AF65-F5344CB8AC3E}">
        <p14:creationId xmlns:p14="http://schemas.microsoft.com/office/powerpoint/2010/main" val="362196226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300B6-6D26-033A-8CAA-E4DCF47A2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/>
                </a:solidFill>
              </a:rPr>
              <a:t>Day 1 : Learning java basics 		02/07/2026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26365-8641-AF97-D5AF-A13A7A1F0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2507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Algerian</vt:lpstr>
      <vt:lpstr>Aptos</vt:lpstr>
      <vt:lpstr>Aptos Display</vt:lpstr>
      <vt:lpstr>Arial</vt:lpstr>
      <vt:lpstr>Office Theme</vt:lpstr>
      <vt:lpstr>Java full stack development</vt:lpstr>
      <vt:lpstr>Day 1 : Learning java basics   02/07/2026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Veeresh Patil</dc:creator>
  <cp:lastModifiedBy>Veeresh Patil</cp:lastModifiedBy>
  <cp:revision>1</cp:revision>
  <dcterms:created xsi:type="dcterms:W3CDTF">2026-07-02T00:14:21Z</dcterms:created>
  <dcterms:modified xsi:type="dcterms:W3CDTF">2026-07-02T00:14:27Z</dcterms:modified>
</cp:coreProperties>
</file>